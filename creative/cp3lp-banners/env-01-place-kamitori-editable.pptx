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af17b3c30f4194" /><Relationship Type="http://schemas.openxmlformats.org/officeDocument/2006/relationships/extended-properties" Target="/docProps/app.xml" Id="R9ffac6e1f7724849" /><Relationship Type="http://schemas.openxmlformats.org/officeDocument/2006/relationships/officeDocument" Target="/ppt/presentation.xml" Id="R129b414151e54b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9c60ddccc24ed0"/>
  </p:sldMasterIdLst>
  <p:notesMasterIdLst>
    <p:notesMasterId xmlns:r="http://schemas.openxmlformats.org/officeDocument/2006/relationships" r:id="R656d6649feeb4668"/>
  </p:notesMasterIdLst>
  <p:sldIdLst>
    <p:sldId xmlns:r="http://schemas.openxmlformats.org/officeDocument/2006/relationships" id="256" r:id="R2f8c05b2c0174c6c"/>
  </p:sldIdLst>
  <p:sldSz cx="11944350" cy="119443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9cff863d35469a" /><Relationship Type="http://schemas.openxmlformats.org/officeDocument/2006/relationships/slideMaster" Target="/ppt/slideMasters/slideMaster1.xml" Id="Rb69c60ddccc24ed0" /><Relationship Type="http://schemas.openxmlformats.org/officeDocument/2006/relationships/notesMaster" Target="/ppt/notesMasters/notesMaster1.xml" Id="R656d6649feeb4668" /><Relationship Type="http://schemas.openxmlformats.org/officeDocument/2006/relationships/presProps" Target="/ppt/presProps.xml" Id="R5057f160faf64041" /><Relationship Type="http://schemas.openxmlformats.org/officeDocument/2006/relationships/tableStyles" Target="/ppt/tableStyles.xml" Id="R3252e3b0182640d9" /><Relationship Type="http://schemas.openxmlformats.org/officeDocument/2006/relationships/slide" Target="/ppt/slides/slide1.xml" Id="R2f8c05b2c0174c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6742e65d264e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425af534e34f86" /><Relationship Type="http://schemas.openxmlformats.org/officeDocument/2006/relationships/notesMaster" Target="/ppt/notesMasters/notesMaster1.xml" Id="R28d7d790210d45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34d5fe9284e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f6293ba2c445e7" /><Relationship Type="http://schemas.openxmlformats.org/officeDocument/2006/relationships/slideLayout" Target="/ppt/slideLayouts/slideLayout1.xml" Id="R91034e28d5694d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034e28d5694d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c6723879c4130" /><Relationship Type="http://schemas.openxmlformats.org/officeDocument/2006/relationships/image" Target="/ppt/media/image.jpeg" Id="R0bc3515c2a1e4161" /><Relationship Type="http://schemas.openxmlformats.org/officeDocument/2006/relationships/notesSlide" Target="/ppt/notesSlides/notesSlide1.xml" Id="R05cc88189a1f44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3515c2a1e4161"/>
          <a:srcRect xmlns:a="http://schemas.openxmlformats.org/drawingml/2006/main" l="0" t="14713" r="0" b="147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1944350" cy="5619750"/>
          </a:xfrm>
          <a:prstGeom xmlns:a="http://schemas.openxmlformats.org/drawingml/2006/main" prst="rect">
            <a:avLst/>
          </a:prstGeom>
        </p:spPr>
      </p:pic>
      <p:sp>
        <p:nvSpPr>
          <p:cNvPr id="2" name="navy-copy-panel">
            <a:extLst xmlns:a="http://schemas.openxmlformats.org/drawingml/2006/main">
              <a:ext uri="{FF2B5EF4-FFF2-40B4-BE49-F238E27FC236}">
                <a16:creationId xmlns:a16="http://schemas.microsoft.com/office/drawing/2014/main" id="{64645F2B-920E-4ACC-9DC1-2C665D10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1944350" cy="651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yan-accent-line">
            <a:extLst xmlns:a="http://schemas.openxmlformats.org/drawingml/2006/main">
              <a:ext uri="{FF2B5EF4-FFF2-40B4-BE49-F238E27FC236}">
                <a16:creationId xmlns:a16="http://schemas.microsoft.com/office/drawing/2014/main" id="{638AA629-30F8-499A-B9CF-33AE7DE2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95900"/>
            <a:ext cx="600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een-accent-line">
            <a:extLst xmlns:a="http://schemas.openxmlformats.org/drawingml/2006/main">
              <a:ext uri="{FF2B5EF4-FFF2-40B4-BE49-F238E27FC236}">
                <a16:creationId xmlns:a16="http://schemas.microsoft.com/office/drawing/2014/main" id="{CC9AA83D-BC7B-47A1-8CC4-08958912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95900"/>
            <a:ext cx="5943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cation-badge">
            <a:extLst xmlns:a="http://schemas.openxmlformats.org/drawingml/2006/main">
              <a:ext uri="{FF2B5EF4-FFF2-40B4-BE49-F238E27FC236}">
                <a16:creationId xmlns:a16="http://schemas.microsoft.com/office/drawing/2014/main" id="{D5B3273A-CF33-4346-9A79-0CEAF047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5715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8A9E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location-text">
            <a:extLst xmlns:a="http://schemas.openxmlformats.org/drawingml/2006/main">
              <a:ext uri="{FF2B5EF4-FFF2-40B4-BE49-F238E27FC236}">
                <a16:creationId xmlns:a16="http://schemas.microsoft.com/office/drawing/2014/main" id="{A501DB66-B0E1-4F1F-9A3C-799520AA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81675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熊本・上通アーケード内</a:t>
            </a:r>
          </a:p>
        </p:txBody>
      </p:sp>
      <p:sp>
        <p:nvSpPr>
          <p:cNvPr id="7" name="main-headline">
            <a:extLst xmlns:a="http://schemas.openxmlformats.org/drawingml/2006/main">
              <a:ext uri="{FF2B5EF4-FFF2-40B4-BE49-F238E27FC236}">
                <a16:creationId xmlns:a16="http://schemas.microsoft.com/office/drawing/2014/main" id="{838AF758-F988-4E79-8D15-DDFE2BF4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7251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教わる場所と、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続ける場所をひとつに。</a:t>
            </a:r>
          </a:p>
        </p:txBody>
      </p:sp>
      <p:sp>
        <p:nvSpPr>
          <p:cNvPr id="8" name="service-band">
            <a:extLst xmlns:a="http://schemas.openxmlformats.org/drawingml/2006/main">
              <a:ext uri="{FF2B5EF4-FFF2-40B4-BE49-F238E27FC236}">
                <a16:creationId xmlns:a16="http://schemas.microsoft.com/office/drawing/2014/main" id="{6EE14106-2AEE-4E45-8F63-77EB841D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439150"/>
            <a:ext cx="7381875" cy="7239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2CB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rvice-text">
            <a:extLst xmlns:a="http://schemas.openxmlformats.org/drawingml/2006/main">
              <a:ext uri="{FF2B5EF4-FFF2-40B4-BE49-F238E27FC236}">
                <a16:creationId xmlns:a16="http://schemas.microsoft.com/office/drawing/2014/main" id="{83B5A3B7-FCBB-4378-9081-E8E1F2A7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24875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セルフ使い放題＋パーソナル</a:t>
            </a:r>
          </a:p>
        </p:txBody>
      </p:sp>
      <p:sp>
        <p:nvSpPr>
          <p:cNvPr id="10" name="price-prefix">
            <a:extLst xmlns:a="http://schemas.openxmlformats.org/drawingml/2006/main">
              <a:ext uri="{FF2B5EF4-FFF2-40B4-BE49-F238E27FC236}">
                <a16:creationId xmlns:a16="http://schemas.microsoft.com/office/drawing/2014/main" id="{ECA7D645-D548-44A1-B87D-D819C837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0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月額</a:t>
            </a:r>
          </a:p>
        </p:txBody>
      </p:sp>
      <p:sp>
        <p:nvSpPr>
          <p:cNvPr id="11" name="price-number">
            <a:extLst xmlns:a="http://schemas.openxmlformats.org/drawingml/2006/main">
              <a:ext uri="{FF2B5EF4-FFF2-40B4-BE49-F238E27FC236}">
                <a16:creationId xmlns:a16="http://schemas.microsoft.com/office/drawing/2014/main" id="{40EC5752-597D-4ED3-98AD-DB84482E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9239250"/>
            <a:ext cx="4953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FFFFFF"/>
                </a:solidFill>
              </a:defRPr>
            </a:pPr>
            <a:r>
              <a:rPr sz="7200" b="1">
                <a:solidFill>
                  <a:srgbClr val="FFFFFF"/>
                </a:solidFill>
              </a:rPr>
              <a:t>10,890</a:t>
            </a:r>
          </a:p>
        </p:txBody>
      </p:sp>
      <p:sp>
        <p:nvSpPr>
          <p:cNvPr id="12" name="price-suffix">
            <a:extLst xmlns:a="http://schemas.openxmlformats.org/drawingml/2006/main">
              <a:ext uri="{FF2B5EF4-FFF2-40B4-BE49-F238E27FC236}">
                <a16:creationId xmlns:a16="http://schemas.microsoft.com/office/drawing/2014/main" id="{5BECEBF8-030E-400E-935A-D9755443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9763125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円〜</a:t>
            </a:r>
          </a:p>
        </p:txBody>
      </p:sp>
      <p:sp>
        <p:nvSpPr>
          <p:cNvPr id="13" name="trial-badge">
            <a:extLst xmlns:a="http://schemas.openxmlformats.org/drawingml/2006/main">
              <a:ext uri="{FF2B5EF4-FFF2-40B4-BE49-F238E27FC236}">
                <a16:creationId xmlns:a16="http://schemas.microsoft.com/office/drawing/2014/main" id="{C463C2C4-BCF4-49B4-867B-A6379A89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8382000"/>
            <a:ext cx="2524125" cy="2524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D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rial-label">
            <a:extLst xmlns:a="http://schemas.openxmlformats.org/drawingml/2006/main">
              <a:ext uri="{FF2B5EF4-FFF2-40B4-BE49-F238E27FC236}">
                <a16:creationId xmlns:a16="http://schemas.microsoft.com/office/drawing/2014/main" id="{ED5DB0EA-BFCF-452F-8CED-2ADE95E1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88201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初回体験</a:t>
            </a:r>
          </a:p>
        </p:txBody>
      </p:sp>
      <p:sp>
        <p:nvSpPr>
          <p:cNvPr id="15" name="trial-zero">
            <a:extLst xmlns:a="http://schemas.openxmlformats.org/drawingml/2006/main">
              <a:ext uri="{FF2B5EF4-FFF2-40B4-BE49-F238E27FC236}">
                <a16:creationId xmlns:a16="http://schemas.microsoft.com/office/drawing/2014/main" id="{66683B70-B676-4B29-AA08-07F7A6F4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191625"/>
            <a:ext cx="1238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FFFFFF"/>
                </a:solidFill>
              </a:defRPr>
            </a:pPr>
            <a:r>
              <a:rPr sz="69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6" name="trial-yen">
            <a:extLst xmlns:a="http://schemas.openxmlformats.org/drawingml/2006/main">
              <a:ext uri="{FF2B5EF4-FFF2-40B4-BE49-F238E27FC236}">
                <a16:creationId xmlns:a16="http://schemas.microsoft.com/office/drawing/2014/main" id="{50E9D73F-A5F6-493B-8AC4-1EE97A50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9829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円</a:t>
            </a:r>
          </a:p>
        </p:txBody>
      </p:sp>
      <p:sp>
        <p:nvSpPr>
          <p:cNvPr id="17" name="brand-name">
            <a:extLst xmlns:a="http://schemas.openxmlformats.org/drawingml/2006/main">
              <a:ext uri="{FF2B5EF4-FFF2-40B4-BE49-F238E27FC236}">
                <a16:creationId xmlns:a16="http://schemas.microsoft.com/office/drawing/2014/main" id="{268C1CBC-0309-41FE-8FA0-0F311612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0744200"/>
            <a:ext cx="3562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ZenNu</a:t>
            </a:r>
          </a:p>
        </p:txBody>
      </p:sp>
      <p:sp>
        <p:nvSpPr>
          <p:cNvPr id="18" name="brand-subtitle">
            <a:extLst xmlns:a="http://schemas.openxmlformats.org/drawingml/2006/main">
              <a:ext uri="{FF2B5EF4-FFF2-40B4-BE49-F238E27FC236}">
                <a16:creationId xmlns:a16="http://schemas.microsoft.com/office/drawing/2014/main" id="{F16E0EB1-CEB3-4D66-B81E-FC0E6147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3347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WELLNESS DESIGN</a:t>
            </a:r>
          </a:p>
        </p:txBody>
      </p:sp>
    </p:spTree>
    <p:extLst>
      <p:ext uri="{BB962C8B-B14F-4D97-AF65-F5344CB8AC3E}">
        <p14:creationId xmlns:p14="http://schemas.microsoft.com/office/powerpoint/2010/main" val="2094073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2026-07-21T06:17:39.0610000Z</dcterms:created>
  <dcterms:modified xsi:type="dcterms:W3CDTF">2026-07-21T06:17:39.0610000Z</dcterms:modified>
</coreProperties>
</file>